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Brasika" panose="020B0604020202020204" charset="0"/>
      <p:regular r:id="rId9"/>
    </p:embeddedFont>
    <p:embeddedFont>
      <p:font typeface="Futura" panose="020B0604020202020204" charset="0"/>
      <p:regular r:id="rId10"/>
    </p:embeddedFont>
    <p:embeddedFont>
      <p:font typeface="Futura Bold" panose="020B0604020202020204" charset="0"/>
      <p:regular r:id="rId11"/>
    </p:embeddedFont>
    <p:embeddedFont>
      <p:font typeface="HK Modular" panose="020B0604020202020204" charset="0"/>
      <p:regular r:id="rId12"/>
    </p:embeddedFont>
    <p:embeddedFont>
      <p:font typeface="Times New Roman Bold" panose="02020803070505020304" pitchFamily="18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443311" y="516647"/>
            <a:ext cx="17524789" cy="3095347"/>
            <a:chOff x="0" y="0"/>
            <a:chExt cx="23366385" cy="41271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569090" cy="4127129"/>
            </a:xfrm>
            <a:custGeom>
              <a:avLst/>
              <a:gdLst/>
              <a:ahLst/>
              <a:cxnLst/>
              <a:rect l="l" t="t" r="r" b="b"/>
              <a:pathLst>
                <a:path w="5569090" h="4127129">
                  <a:moveTo>
                    <a:pt x="0" y="0"/>
                  </a:moveTo>
                  <a:lnTo>
                    <a:pt x="5569090" y="0"/>
                  </a:lnTo>
                  <a:lnTo>
                    <a:pt x="5569090" y="4127129"/>
                  </a:lnTo>
                  <a:lnTo>
                    <a:pt x="0" y="4127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541" b="-1839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433401" y="417341"/>
              <a:ext cx="4932984" cy="3108124"/>
            </a:xfrm>
            <a:custGeom>
              <a:avLst/>
              <a:gdLst/>
              <a:ahLst/>
              <a:cxnLst/>
              <a:rect l="l" t="t" r="r" b="b"/>
              <a:pathLst>
                <a:path w="4932984" h="3108124">
                  <a:moveTo>
                    <a:pt x="0" y="0"/>
                  </a:moveTo>
                  <a:lnTo>
                    <a:pt x="4932984" y="0"/>
                  </a:lnTo>
                  <a:lnTo>
                    <a:pt x="4932984" y="3108124"/>
                  </a:lnTo>
                  <a:lnTo>
                    <a:pt x="0" y="3108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1676" t="-158763" r="-102404" b="-22385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5988" y="576800"/>
              <a:ext cx="12793380" cy="30196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70"/>
                </a:lnSpc>
              </a:pPr>
              <a:r>
                <a:rPr lang="en-US" sz="5139" b="1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COMPUTER SOCIETY OF INDIA </a:t>
              </a:r>
            </a:p>
            <a:p>
              <a:pPr algn="ctr">
                <a:lnSpc>
                  <a:spcPts val="5049"/>
                </a:lnSpc>
              </a:pPr>
              <a:r>
                <a:rPr lang="en-US" sz="4139">
                  <a:solidFill>
                    <a:srgbClr val="FFFFFF"/>
                  </a:solidFill>
                  <a:latin typeface="Futura"/>
                  <a:ea typeface="Futura"/>
                  <a:cs typeface="Futura"/>
                  <a:sym typeface="Futura"/>
                </a:rPr>
                <a:t>IN COLLABORATION WITH</a:t>
              </a:r>
            </a:p>
            <a:p>
              <a:pPr algn="ctr">
                <a:lnSpc>
                  <a:spcPts val="6270"/>
                </a:lnSpc>
              </a:pPr>
              <a:r>
                <a:rPr lang="en-US" sz="5139" b="1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GOOGLE DEVELOPER GROUPS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625216" y="3611994"/>
            <a:ext cx="12101302" cy="4974293"/>
            <a:chOff x="0" y="0"/>
            <a:chExt cx="16135069" cy="663239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752208" cy="4196108"/>
            </a:xfrm>
            <a:custGeom>
              <a:avLst/>
              <a:gdLst/>
              <a:ahLst/>
              <a:cxnLst/>
              <a:rect l="l" t="t" r="r" b="b"/>
              <a:pathLst>
                <a:path w="13752208" h="4196108">
                  <a:moveTo>
                    <a:pt x="0" y="0"/>
                  </a:moveTo>
                  <a:lnTo>
                    <a:pt x="13752208" y="0"/>
                  </a:lnTo>
                  <a:lnTo>
                    <a:pt x="13752208" y="4196108"/>
                  </a:lnTo>
                  <a:lnTo>
                    <a:pt x="0" y="4196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11242355" y="4873386"/>
              <a:ext cx="4014123" cy="1759005"/>
            </a:xfrm>
            <a:custGeom>
              <a:avLst/>
              <a:gdLst/>
              <a:ahLst/>
              <a:cxnLst/>
              <a:rect l="l" t="t" r="r" b="b"/>
              <a:pathLst>
                <a:path w="4014123" h="1759005">
                  <a:moveTo>
                    <a:pt x="0" y="0"/>
                  </a:moveTo>
                  <a:lnTo>
                    <a:pt x="4014123" y="0"/>
                  </a:lnTo>
                  <a:lnTo>
                    <a:pt x="4014123" y="1759005"/>
                  </a:lnTo>
                  <a:lnTo>
                    <a:pt x="0" y="1759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021" t="-23750" r="-2103" b="-2017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02430" y="3721906"/>
              <a:ext cx="5821222" cy="11514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213"/>
                </a:lnSpc>
              </a:pPr>
              <a:r>
                <a:rPr lang="en-US" sz="5152" spc="46">
                  <a:solidFill>
                    <a:srgbClr val="F5F2F6"/>
                  </a:solidFill>
                  <a:latin typeface="HK Modular"/>
                  <a:ea typeface="HK Modular"/>
                  <a:cs typeface="HK Modular"/>
                  <a:sym typeface="HK Modular"/>
                </a:rPr>
                <a:t>Code for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157693" y="4852588"/>
              <a:ext cx="1977376" cy="11479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24"/>
                </a:lnSpc>
              </a:pPr>
              <a:r>
                <a:rPr lang="en-US" sz="4946">
                  <a:solidFill>
                    <a:srgbClr val="FB452F"/>
                  </a:solidFill>
                  <a:latin typeface="Brasika"/>
                  <a:ea typeface="Brasika"/>
                  <a:cs typeface="Brasika"/>
                  <a:sym typeface="Brasika"/>
                </a:rPr>
                <a:t>5.0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5688527" y="481553"/>
            <a:ext cx="6910947" cy="1712443"/>
          </a:xfrm>
          <a:custGeom>
            <a:avLst/>
            <a:gdLst/>
            <a:ahLst/>
            <a:cxnLst/>
            <a:rect l="l" t="t" r="r" b="b"/>
            <a:pathLst>
              <a:path w="6910947" h="1712443">
                <a:moveTo>
                  <a:pt x="0" y="0"/>
                </a:moveTo>
                <a:lnTo>
                  <a:pt x="6910946" y="0"/>
                </a:lnTo>
                <a:lnTo>
                  <a:pt x="6910946" y="1712443"/>
                </a:lnTo>
                <a:lnTo>
                  <a:pt x="0" y="1712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673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648506" y="481553"/>
            <a:ext cx="3047738" cy="2028171"/>
          </a:xfrm>
          <a:custGeom>
            <a:avLst/>
            <a:gdLst/>
            <a:ahLst/>
            <a:cxnLst/>
            <a:rect l="l" t="t" r="r" b="b"/>
            <a:pathLst>
              <a:path w="3047738" h="2028171">
                <a:moveTo>
                  <a:pt x="0" y="0"/>
                </a:moveTo>
                <a:lnTo>
                  <a:pt x="3047738" y="0"/>
                </a:lnTo>
                <a:lnTo>
                  <a:pt x="3047738" y="2028171"/>
                </a:lnTo>
                <a:lnTo>
                  <a:pt x="0" y="2028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4204785" y="481553"/>
            <a:ext cx="3234956" cy="2176680"/>
          </a:xfrm>
          <a:custGeom>
            <a:avLst/>
            <a:gdLst/>
            <a:ahLst/>
            <a:cxnLst/>
            <a:rect l="l" t="t" r="r" b="b"/>
            <a:pathLst>
              <a:path w="3234956" h="2176680">
                <a:moveTo>
                  <a:pt x="0" y="0"/>
                </a:moveTo>
                <a:lnTo>
                  <a:pt x="3234956" y="0"/>
                </a:lnTo>
                <a:lnTo>
                  <a:pt x="3234956" y="2176680"/>
                </a:lnTo>
                <a:lnTo>
                  <a:pt x="0" y="21766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8445698" y="3514175"/>
            <a:ext cx="1396603" cy="1227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84"/>
              </a:lnSpc>
            </a:pPr>
            <a:r>
              <a:rPr lang="en-US" sz="5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71197" y="5760619"/>
            <a:ext cx="1745605" cy="97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71197" y="7755735"/>
            <a:ext cx="1745605" cy="97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77991" y="2682325"/>
            <a:ext cx="7332018" cy="1227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84"/>
              </a:lnSpc>
            </a:pPr>
            <a:r>
              <a:rPr lang="en-US" sz="5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98010" y="4928769"/>
            <a:ext cx="3691979" cy="97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Track Name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62527" y="6923885"/>
            <a:ext cx="3562945" cy="97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28700" y="885825"/>
            <a:ext cx="5747981" cy="97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41525"/>
            <a:ext cx="16230600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 [Briefly describe the identified problem. Explain who is affected and why it is important.]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4402328" y="8747235"/>
            <a:ext cx="3417607" cy="1371551"/>
            <a:chOff x="0" y="0"/>
            <a:chExt cx="4556809" cy="1828734"/>
          </a:xfrm>
        </p:grpSpPr>
        <p:sp>
          <p:nvSpPr>
            <p:cNvPr id="6" name="Freeform 6"/>
            <p:cNvSpPr/>
            <p:nvPr/>
          </p:nvSpPr>
          <p:spPr>
            <a:xfrm>
              <a:off x="0" y="200042"/>
              <a:ext cx="2146837" cy="1428650"/>
            </a:xfrm>
            <a:custGeom>
              <a:avLst/>
              <a:gdLst/>
              <a:ahLst/>
              <a:cxnLst/>
              <a:rect l="l" t="t" r="r" b="b"/>
              <a:pathLst>
                <a:path w="2146837" h="1428650">
                  <a:moveTo>
                    <a:pt x="0" y="0"/>
                  </a:moveTo>
                  <a:lnTo>
                    <a:pt x="2146837" y="0"/>
                  </a:lnTo>
                  <a:lnTo>
                    <a:pt x="2146837" y="1428650"/>
                  </a:lnTo>
                  <a:lnTo>
                    <a:pt x="0" y="1428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2278096" y="200042"/>
              <a:ext cx="2278713" cy="1533261"/>
            </a:xfrm>
            <a:custGeom>
              <a:avLst/>
              <a:gdLst/>
              <a:ahLst/>
              <a:cxnLst/>
              <a:rect l="l" t="t" r="r" b="b"/>
              <a:pathLst>
                <a:path w="2278713" h="1533261">
                  <a:moveTo>
                    <a:pt x="0" y="0"/>
                  </a:moveTo>
                  <a:lnTo>
                    <a:pt x="2278713" y="0"/>
                  </a:lnTo>
                  <a:lnTo>
                    <a:pt x="2278713" y="1533261"/>
                  </a:lnTo>
                  <a:lnTo>
                    <a:pt x="0" y="1533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AutoShape 8"/>
            <p:cNvSpPr/>
            <p:nvPr/>
          </p:nvSpPr>
          <p:spPr>
            <a:xfrm>
              <a:off x="2303496" y="0"/>
              <a:ext cx="0" cy="1828734"/>
            </a:xfrm>
            <a:prstGeom prst="line">
              <a:avLst/>
            </a:prstGeom>
            <a:ln w="127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19174" y="885825"/>
            <a:ext cx="6219825" cy="905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9175" y="2098675"/>
            <a:ext cx="15396208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5"/>
              </a:lnSpc>
            </a:pPr>
            <a:r>
              <a:rPr lang="en-US" sz="4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Concept, Innovation/USP, What makes this different?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4402328" y="8747235"/>
            <a:ext cx="3417607" cy="1371551"/>
            <a:chOff x="0" y="0"/>
            <a:chExt cx="4556809" cy="1828734"/>
          </a:xfrm>
        </p:grpSpPr>
        <p:sp>
          <p:nvSpPr>
            <p:cNvPr id="6" name="Freeform 6"/>
            <p:cNvSpPr/>
            <p:nvPr/>
          </p:nvSpPr>
          <p:spPr>
            <a:xfrm>
              <a:off x="0" y="200042"/>
              <a:ext cx="2146837" cy="1428650"/>
            </a:xfrm>
            <a:custGeom>
              <a:avLst/>
              <a:gdLst/>
              <a:ahLst/>
              <a:cxnLst/>
              <a:rect l="l" t="t" r="r" b="b"/>
              <a:pathLst>
                <a:path w="2146837" h="1428650">
                  <a:moveTo>
                    <a:pt x="0" y="0"/>
                  </a:moveTo>
                  <a:lnTo>
                    <a:pt x="2146837" y="0"/>
                  </a:lnTo>
                  <a:lnTo>
                    <a:pt x="2146837" y="1428650"/>
                  </a:lnTo>
                  <a:lnTo>
                    <a:pt x="0" y="1428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2278096" y="200042"/>
              <a:ext cx="2278713" cy="1533261"/>
            </a:xfrm>
            <a:custGeom>
              <a:avLst/>
              <a:gdLst/>
              <a:ahLst/>
              <a:cxnLst/>
              <a:rect l="l" t="t" r="r" b="b"/>
              <a:pathLst>
                <a:path w="2278713" h="1533261">
                  <a:moveTo>
                    <a:pt x="0" y="0"/>
                  </a:moveTo>
                  <a:lnTo>
                    <a:pt x="2278713" y="0"/>
                  </a:lnTo>
                  <a:lnTo>
                    <a:pt x="2278713" y="1533261"/>
                  </a:lnTo>
                  <a:lnTo>
                    <a:pt x="0" y="1533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AutoShape 8"/>
            <p:cNvSpPr/>
            <p:nvPr/>
          </p:nvSpPr>
          <p:spPr>
            <a:xfrm>
              <a:off x="2303496" y="0"/>
              <a:ext cx="0" cy="1828734"/>
            </a:xfrm>
            <a:prstGeom prst="line">
              <a:avLst/>
            </a:prstGeom>
            <a:ln w="127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28700" y="885825"/>
            <a:ext cx="6134100" cy="905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99"/>
              </a:lnSpc>
            </a:pPr>
            <a:r>
              <a:rPr lang="en-US" sz="549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41525"/>
            <a:ext cx="9959132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99"/>
              </a:lnSpc>
            </a:pPr>
            <a:r>
              <a:rPr lang="en-US" sz="4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to be Used: (Explain in short)</a:t>
            </a:r>
          </a:p>
          <a:p>
            <a:pPr algn="just">
              <a:lnSpc>
                <a:spcPts val="6299"/>
              </a:lnSpc>
            </a:pPr>
            <a:r>
              <a:rPr lang="en-US" sz="4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and Process</a:t>
            </a:r>
          </a:p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Diagram / Workflow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4402328" y="8747235"/>
            <a:ext cx="3417607" cy="1371551"/>
            <a:chOff x="0" y="0"/>
            <a:chExt cx="4556809" cy="1828734"/>
          </a:xfrm>
        </p:grpSpPr>
        <p:sp>
          <p:nvSpPr>
            <p:cNvPr id="6" name="Freeform 6"/>
            <p:cNvSpPr/>
            <p:nvPr/>
          </p:nvSpPr>
          <p:spPr>
            <a:xfrm>
              <a:off x="0" y="200042"/>
              <a:ext cx="2146837" cy="1428650"/>
            </a:xfrm>
            <a:custGeom>
              <a:avLst/>
              <a:gdLst/>
              <a:ahLst/>
              <a:cxnLst/>
              <a:rect l="l" t="t" r="r" b="b"/>
              <a:pathLst>
                <a:path w="2146837" h="1428650">
                  <a:moveTo>
                    <a:pt x="0" y="0"/>
                  </a:moveTo>
                  <a:lnTo>
                    <a:pt x="2146837" y="0"/>
                  </a:lnTo>
                  <a:lnTo>
                    <a:pt x="2146837" y="1428650"/>
                  </a:lnTo>
                  <a:lnTo>
                    <a:pt x="0" y="1428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2278096" y="200042"/>
              <a:ext cx="2278713" cy="1533261"/>
            </a:xfrm>
            <a:custGeom>
              <a:avLst/>
              <a:gdLst/>
              <a:ahLst/>
              <a:cxnLst/>
              <a:rect l="l" t="t" r="r" b="b"/>
              <a:pathLst>
                <a:path w="2278713" h="1533261">
                  <a:moveTo>
                    <a:pt x="0" y="0"/>
                  </a:moveTo>
                  <a:lnTo>
                    <a:pt x="2278713" y="0"/>
                  </a:lnTo>
                  <a:lnTo>
                    <a:pt x="2278713" y="1533261"/>
                  </a:lnTo>
                  <a:lnTo>
                    <a:pt x="0" y="1533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AutoShape 8"/>
            <p:cNvSpPr/>
            <p:nvPr/>
          </p:nvSpPr>
          <p:spPr>
            <a:xfrm>
              <a:off x="2303496" y="0"/>
              <a:ext cx="0" cy="1828734"/>
            </a:xfrm>
            <a:prstGeom prst="line">
              <a:avLst/>
            </a:prstGeom>
            <a:ln w="127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28700" y="885825"/>
            <a:ext cx="3963442" cy="97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41525"/>
            <a:ext cx="7353300" cy="2357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Functionality</a:t>
            </a:r>
          </a:p>
          <a:p>
            <a:pPr algn="l">
              <a:lnSpc>
                <a:spcPts val="6299"/>
              </a:lnSpc>
            </a:pPr>
            <a:r>
              <a:rPr lang="en-US" sz="45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Experience</a:t>
            </a:r>
          </a:p>
          <a:p>
            <a:pPr algn="l">
              <a:lnSpc>
                <a:spcPts val="6299"/>
              </a:lnSpc>
            </a:pPr>
            <a:r>
              <a:rPr lang="en-US" sz="45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&amp; Capability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4402328" y="8747235"/>
            <a:ext cx="3417607" cy="1371551"/>
            <a:chOff x="0" y="0"/>
            <a:chExt cx="4556809" cy="1828734"/>
          </a:xfrm>
        </p:grpSpPr>
        <p:sp>
          <p:nvSpPr>
            <p:cNvPr id="6" name="Freeform 6"/>
            <p:cNvSpPr/>
            <p:nvPr/>
          </p:nvSpPr>
          <p:spPr>
            <a:xfrm>
              <a:off x="0" y="200042"/>
              <a:ext cx="2146837" cy="1428650"/>
            </a:xfrm>
            <a:custGeom>
              <a:avLst/>
              <a:gdLst/>
              <a:ahLst/>
              <a:cxnLst/>
              <a:rect l="l" t="t" r="r" b="b"/>
              <a:pathLst>
                <a:path w="2146837" h="1428650">
                  <a:moveTo>
                    <a:pt x="0" y="0"/>
                  </a:moveTo>
                  <a:lnTo>
                    <a:pt x="2146837" y="0"/>
                  </a:lnTo>
                  <a:lnTo>
                    <a:pt x="2146837" y="1428650"/>
                  </a:lnTo>
                  <a:lnTo>
                    <a:pt x="0" y="1428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2278096" y="200042"/>
              <a:ext cx="2278713" cy="1533261"/>
            </a:xfrm>
            <a:custGeom>
              <a:avLst/>
              <a:gdLst/>
              <a:ahLst/>
              <a:cxnLst/>
              <a:rect l="l" t="t" r="r" b="b"/>
              <a:pathLst>
                <a:path w="2278713" h="1533261">
                  <a:moveTo>
                    <a:pt x="0" y="0"/>
                  </a:moveTo>
                  <a:lnTo>
                    <a:pt x="2278713" y="0"/>
                  </a:lnTo>
                  <a:lnTo>
                    <a:pt x="2278713" y="1533261"/>
                  </a:lnTo>
                  <a:lnTo>
                    <a:pt x="0" y="1533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AutoShape 8"/>
            <p:cNvSpPr/>
            <p:nvPr/>
          </p:nvSpPr>
          <p:spPr>
            <a:xfrm>
              <a:off x="2303496" y="0"/>
              <a:ext cx="0" cy="1828734"/>
            </a:xfrm>
            <a:prstGeom prst="line">
              <a:avLst/>
            </a:prstGeom>
            <a:ln w="127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28700" y="885825"/>
            <a:ext cx="7029450" cy="97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699"/>
              </a:lnSpc>
              <a:spcBef>
                <a:spcPct val="0"/>
              </a:spcBef>
            </a:pPr>
            <a:r>
              <a:rPr lang="en-US" sz="5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&amp; Future Scope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945754"/>
            <a:ext cx="16327043" cy="2357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on Target Audience</a:t>
            </a:r>
          </a:p>
          <a:p>
            <a:pPr algn="l">
              <a:lnSpc>
                <a:spcPts val="6299"/>
              </a:lnSpc>
            </a:pPr>
            <a:r>
              <a:rPr lang="en-US" sz="45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</a:t>
            </a:r>
          </a:p>
          <a:p>
            <a:pPr algn="l">
              <a:lnSpc>
                <a:spcPts val="6299"/>
              </a:lnSpc>
            </a:pPr>
            <a:r>
              <a:rPr lang="en-US" sz="45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4402328" y="8747235"/>
            <a:ext cx="3417607" cy="1371551"/>
            <a:chOff x="0" y="0"/>
            <a:chExt cx="4556809" cy="1828734"/>
          </a:xfrm>
        </p:grpSpPr>
        <p:sp>
          <p:nvSpPr>
            <p:cNvPr id="6" name="Freeform 6"/>
            <p:cNvSpPr/>
            <p:nvPr/>
          </p:nvSpPr>
          <p:spPr>
            <a:xfrm>
              <a:off x="0" y="200042"/>
              <a:ext cx="2146837" cy="1428650"/>
            </a:xfrm>
            <a:custGeom>
              <a:avLst/>
              <a:gdLst/>
              <a:ahLst/>
              <a:cxnLst/>
              <a:rect l="l" t="t" r="r" b="b"/>
              <a:pathLst>
                <a:path w="2146837" h="1428650">
                  <a:moveTo>
                    <a:pt x="0" y="0"/>
                  </a:moveTo>
                  <a:lnTo>
                    <a:pt x="2146837" y="0"/>
                  </a:lnTo>
                  <a:lnTo>
                    <a:pt x="2146837" y="1428650"/>
                  </a:lnTo>
                  <a:lnTo>
                    <a:pt x="0" y="1428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2278096" y="200042"/>
              <a:ext cx="2278713" cy="1533261"/>
            </a:xfrm>
            <a:custGeom>
              <a:avLst/>
              <a:gdLst/>
              <a:ahLst/>
              <a:cxnLst/>
              <a:rect l="l" t="t" r="r" b="b"/>
              <a:pathLst>
                <a:path w="2278713" h="1533261">
                  <a:moveTo>
                    <a:pt x="0" y="0"/>
                  </a:moveTo>
                  <a:lnTo>
                    <a:pt x="2278713" y="0"/>
                  </a:lnTo>
                  <a:lnTo>
                    <a:pt x="2278713" y="1533261"/>
                  </a:lnTo>
                  <a:lnTo>
                    <a:pt x="0" y="1533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AutoShape 8"/>
            <p:cNvSpPr/>
            <p:nvPr/>
          </p:nvSpPr>
          <p:spPr>
            <a:xfrm>
              <a:off x="2303496" y="0"/>
              <a:ext cx="0" cy="1828734"/>
            </a:xfrm>
            <a:prstGeom prst="line">
              <a:avLst/>
            </a:prstGeom>
            <a:ln w="127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Custom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Times New Roman</vt:lpstr>
      <vt:lpstr>Futura Bold</vt:lpstr>
      <vt:lpstr>Calibri</vt:lpstr>
      <vt:lpstr>Times New Roman Bold</vt:lpstr>
      <vt:lpstr>Futura</vt:lpstr>
      <vt:lpstr>Brasika</vt:lpstr>
      <vt:lpstr>HK Modular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HACKX 2.0 PRESENTATION TEMPLATE</dc:title>
  <cp:lastModifiedBy>Arshvir Singh Kalsi</cp:lastModifiedBy>
  <cp:revision>5</cp:revision>
  <dcterms:created xsi:type="dcterms:W3CDTF">2006-08-16T00:00:00Z</dcterms:created>
  <dcterms:modified xsi:type="dcterms:W3CDTF">2026-04-03T11:51:15Z</dcterms:modified>
  <dc:identifier>DAHDXUBElbw</dc:identifier>
</cp:coreProperties>
</file>